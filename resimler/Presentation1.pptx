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7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8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92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6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6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2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9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05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00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4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1A563-E00C-42B6-BB06-6ADFBB55F5DB}" type="datetimeFigureOut">
              <a:rPr lang="en-US" smtClean="0"/>
              <a:t>03-Jan-25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8E860-C46F-4A71-B4AF-059FE406B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kitchen with a table and chairs&#10;&#10;Description automatically generated">
            <a:extLst>
              <a:ext uri="{FF2B5EF4-FFF2-40B4-BE49-F238E27FC236}">
                <a16:creationId xmlns:a16="http://schemas.microsoft.com/office/drawing/2014/main" id="{E49EDF80-18A7-B1F9-B0EA-949CB63BF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256" y="688258"/>
            <a:ext cx="8955181" cy="5117246"/>
          </a:xfrm>
          <a:prstGeom prst="rect">
            <a:avLst/>
          </a:prstGeom>
        </p:spPr>
      </p:pic>
      <p:pic>
        <p:nvPicPr>
          <p:cNvPr id="9" name="Picture 8" descr="A gold shield with wings&#10;&#10;Description automatically generated">
            <a:extLst>
              <a:ext uri="{FF2B5EF4-FFF2-40B4-BE49-F238E27FC236}">
                <a16:creationId xmlns:a16="http://schemas.microsoft.com/office/drawing/2014/main" id="{3D4F2FD8-00A2-CF1A-ECC0-667F4DE55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848" y="2604806"/>
            <a:ext cx="1015874" cy="6420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58907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Begüm Narmanlı</dc:creator>
  <cp:lastModifiedBy>Begüm Narmanlı</cp:lastModifiedBy>
  <cp:revision>1</cp:revision>
  <dcterms:created xsi:type="dcterms:W3CDTF">2025-01-03T13:36:17Z</dcterms:created>
  <dcterms:modified xsi:type="dcterms:W3CDTF">2025-01-03T13:45:49Z</dcterms:modified>
</cp:coreProperties>
</file>